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LRU Cache vs SIEVE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LRU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SIEVE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Approximate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Reordering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required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DLL +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 + Pointer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